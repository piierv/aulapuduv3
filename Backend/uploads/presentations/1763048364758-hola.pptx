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62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3734E6-58E0-55CD-1749-88ABDA5084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57F3506-3200-B9A1-5F8A-514200F882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51C6B93-1570-8ED1-6936-14271AF19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052B1-3542-4A09-A5AE-D4D426069D5C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BFAC1D3-CCA5-4BE1-9B91-7B99FE3F1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C57585-4EB6-78EC-BCC5-8CB6EE4DA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BCB8B-60F7-46C3-8F25-2F5092CCA6D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8673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850B3A-ACC2-49B5-DE0F-3242E45C9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A096A0-059B-FE2D-837E-0EC4E6FE2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D1C486-4716-3ADC-AFC6-789974D2B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052B1-3542-4A09-A5AE-D4D426069D5C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1B2766-952A-08E6-D0E4-CD73C05B6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648D0D-B7F1-EDFD-4510-603CE3646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BCB8B-60F7-46C3-8F25-2F5092CCA6D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8662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4F4882-94F9-AB83-ECF8-75710B54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65F9D6-CBFC-8DD9-B5A7-A39571279A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D270D3-0468-617B-B606-5CF40FE49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052B1-3542-4A09-A5AE-D4D426069D5C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1F4B01-A0B5-F41F-94A7-4589A2B43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EF50070-846A-2900-EEF6-B297C656E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BCB8B-60F7-46C3-8F25-2F5092CCA6D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6089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9B1211-39C2-2E9C-91F7-D9D1135A4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12E7BD-3F58-8066-A24B-8D292866C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55D055F-B5AE-18BB-3599-5B5588D6FE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01671D3-D68E-7203-9966-7B096ABA9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052B1-3542-4A09-A5AE-D4D426069D5C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4C66A1B-A98F-2FCA-010F-93800AAD1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F9ACCF2-3719-392D-54A7-B1111CCBC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BCB8B-60F7-46C3-8F25-2F5092CCA6D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2927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FC23D5-1444-FFF8-E9C7-55D731770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421A7B5-1A61-041B-2A7C-4F912CC90C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FC9B0C7-F189-CA51-93F9-C3788E638A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48B43B0-9F7C-AEBE-7832-9BED2155B0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EDA67A4-6EFE-D32B-65EA-37B6675F7C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0C516B1-54A5-2F72-5332-AEBBE1B8F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052B1-3542-4A09-A5AE-D4D426069D5C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F0C38C3-BC16-4633-D64F-AFA533854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449270F-0BD5-6DCF-2A83-B35B4D49C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BCB8B-60F7-46C3-8F25-2F5092CCA6D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86533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7C6C24-2F0F-3470-F238-0C1A00CB8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96915B8-3B63-CF41-B2F4-5B13F7D45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052B1-3542-4A09-A5AE-D4D426069D5C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9798322-AA80-6915-F515-F94C35ABB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3660CEE-ECB5-BF3C-EF13-162AEDC05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BCB8B-60F7-46C3-8F25-2F5092CCA6D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28122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001BDE6-A795-2352-781F-323517E52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052B1-3542-4A09-A5AE-D4D426069D5C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84AFD9B-0680-AD15-B1D5-CA5570390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0F8EA9A-8E2D-B7F8-0B75-9B6E93006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BCB8B-60F7-46C3-8F25-2F5092CCA6D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22276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E42017-7F69-BC0F-CFC2-48DE38AC4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445579-148B-5246-CE25-A0E670E50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97AE3FD-65D5-5D2D-B974-4D9EA25F9D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4E1160A-C6D6-F19B-5253-33CC36F36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052B1-3542-4A09-A5AE-D4D426069D5C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50AB49B-F337-C814-EAE7-250941CF9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3DB638A-8F19-4278-ACC8-94D36D7F7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BCB8B-60F7-46C3-8F25-2F5092CCA6D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78660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FAD5F8-3898-0F45-BCF9-D0A7F8428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3F4BDAE-7379-219B-E7F3-7F034C8193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016D1FC-BF2C-F96A-D585-47E987F39D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D500C0-230A-BDA0-127E-4A2574DF8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052B1-3542-4A09-A5AE-D4D426069D5C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75F2F38-54C7-FA8A-41E6-E69F65DD3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AAC9D0C-EF8F-8D8C-F41C-9B7FC8EC4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BCB8B-60F7-46C3-8F25-2F5092CCA6D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518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0F64E4-97E8-2517-9D88-9DE053A01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4A2E89E-10F9-AE11-FCB0-C8870CD1E6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E658A2-6BB9-C7A3-B895-99FFC4DC5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052B1-3542-4A09-A5AE-D4D426069D5C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84E4434-E110-786E-B8AF-9C2C08E8A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660EA2-E90A-15B2-1A32-D1DF85DAD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BCB8B-60F7-46C3-8F25-2F5092CCA6D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8505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04A9313-C4C6-7117-E0B4-E32E18EE1B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E7DD399-FF42-FD2B-3719-E69F12D093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B69C77-60E6-B8FD-BC55-9D18B92CA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052B1-3542-4A09-A5AE-D4D426069D5C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135252E-50D1-7283-DF1A-90F902681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DCB624-82F4-EABD-F1D0-33045437F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BCB8B-60F7-46C3-8F25-2F5092CCA6D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8145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1D5B2F7-A046-2062-BC56-F4C0CF73B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CB86A5-AC96-7D1C-94CF-3A428A984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264022-3091-323D-5C39-A9A66B71D3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1052B1-3542-4A09-A5AE-D4D426069D5C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0DC393-A478-69ED-7D49-B63D6B2C27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DD2C23-7F6B-B29F-F0E3-DE6E3B3E2C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4BCB8B-60F7-46C3-8F25-2F5092CCA6D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8866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8554D6-0294-9699-1E71-E8B06598CB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Hola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E77A455-5E6A-7324-F0DB-C1B5DAD357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76571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BB27B6-74B4-AE41-6D37-5E91E7F1F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Si funciona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E95AB6-2DC9-6329-04B0-E1BCA673E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700296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Panorámica</PresentationFormat>
  <Paragraphs>2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Hola</vt:lpstr>
      <vt:lpstr>Si funciona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PIERO ANTONINO STEFANO VALDIVIA MENESES</dc:creator>
  <cp:lastModifiedBy>PIERO ANTONINO STEFANO VALDIVIA MENESES</cp:lastModifiedBy>
  <cp:revision>1</cp:revision>
  <dcterms:created xsi:type="dcterms:W3CDTF">2025-11-13T14:34:49Z</dcterms:created>
  <dcterms:modified xsi:type="dcterms:W3CDTF">2025-11-13T14:35:17Z</dcterms:modified>
</cp:coreProperties>
</file>